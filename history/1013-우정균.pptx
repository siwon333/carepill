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73" r:id="rId4"/>
    <p:sldId id="274" r:id="rId5"/>
    <p:sldId id="265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652B"/>
    <a:srgbClr val="BEBE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5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3F335-E4AD-489C-B635-ABEC500FC424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98A19-0480-4F27-8975-2A083591C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287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598A19-0480-4F27-8975-2A083591C90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846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009D1-346A-4C37-EEB6-0D733E74F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2ED944-BBCE-CF3F-631E-47057C1E0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5090B8-47D2-4D15-468A-789E29A4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0B41A-D086-B999-2888-185EFD64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9D8927-D284-E682-E342-BCEE4CF4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283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9B525-F445-1ABC-CFE9-EBA1425B8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175C7E-2F32-2235-9819-44C10753C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2AE7E8-E0AA-6237-1F41-984CF7F9E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4D70C1-BE7E-6D98-42BC-BA21F5F3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8B0626-8A89-52AA-D2EF-DB6DCEB8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92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9D650-C791-2957-AB60-A6E421F97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C7D3F5-7E1A-1DD9-4EFE-9E180F88F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BE9187-2E24-7DB1-4BB1-433EC862F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51D0F7-D573-D82A-8497-634F163D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7F59A0-9842-7239-22DA-AFF3ADB08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50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5A64DF-5ECA-F51D-B9D9-ECE571061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D0E7D-00BF-0803-642C-BC62C2844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9041F1-67FA-CB42-D91C-1D451D7CE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86B6DE-F56B-3E47-4B4A-43FCAA57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B9C31F-CB0C-297B-E54D-22D80A345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C56788-3468-180F-F81C-2EDB333A8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73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3AEA7-1EBD-4AE9-F8D9-4BE47D6A5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1615ED-2868-E7B7-9E9B-E1F2DB983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01F34-A897-6D7E-F262-7197888E2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CB0E34-F92C-66A6-7B06-D5374F42A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BCCA37-ED04-D34A-CDB7-AB0A9B518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7EDC5D-3DA5-1E5C-1140-6DC076C9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40FC93-B3D3-F32F-BFC6-556F6B48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979856-DB7C-14A0-7110-FFCFEC72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75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5F8F3-DECA-16A5-3112-D08642D2F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9D496A-DD0F-709C-AF6E-E8F3FB752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412EB4-E954-D8D9-6CC3-A92DBE65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D27388-BDEF-23F9-F50D-B8F00887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29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6003DB-733D-F8F6-5AD7-8195DD51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48D31D-F029-2EF4-F392-CA97A076D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50E143-D234-D61E-530A-0CFAB57E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7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44C0F-8FE0-2DFC-36B0-2DBC1A889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995EE2-66F7-EC65-2AB8-787E266BB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6AAF09-C7E7-6C79-B322-90A6C8347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3DD888-0F9F-7A3F-DCF9-13E8F685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0D24DF-8F01-438D-FC0E-DC2789CB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159BF1-67AE-2485-3F9A-AF5A4EDA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86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FCD49-22D4-0D33-946F-971300877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3F094F1-4ED8-44C8-38DB-50E3EA6EF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6EF67B-77EB-D1A1-9CB8-1459BB862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DB96ED-03E5-CB9F-E199-ED1EC8BA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EDCA69-54FD-ED17-4BAE-CBF4AFA41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FEC3F9-749E-9FF4-3FB0-E119E9FE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867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5E59C-C9CF-4CA6-3478-3902BD7DB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17DB41-7B13-C7F2-F7F2-D3AFB4F49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BA43A-6EAA-9C80-8934-435D3BDAD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C621F1-E03C-98E7-0437-24123F985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11177-A053-3F7A-DB94-D1F2D30A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069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B5B7B0-4225-902B-A397-3D4873EE1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78DF20-C6C7-FE84-A5AE-811701BF9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9C83F6-9FCF-164E-C0FD-0404A61A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D10A1D-BFCA-8E75-64A7-F8E1F8F3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A7EB3E-2E84-FB9E-9710-89FF6CA0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708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EB2FFE-EE02-7642-437A-C46A8BAA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D97FD2-3ADC-A828-51B6-AE4E0A917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F530B5-8582-8C96-D845-A00116426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60EF34-6A48-3B63-D426-5E8FBFDD6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CE56FA-B282-7DFA-DA25-0BC1E6087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14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mp3"/><Relationship Id="rId5" Type="http://schemas.microsoft.com/office/2007/relationships/media" Target="../media/media3.mp3"/><Relationship Id="rId4" Type="http://schemas.openxmlformats.org/officeDocument/2006/relationships/audio" Target="../media/media2.mp3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32C1A-3491-7728-894F-1829E7E5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6670" y="193827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dirty="0" err="1">
                <a:ea typeface="에스코어 드림 8 Heavy" panose="020B0903030302020204" pitchFamily="34" charset="-127"/>
              </a:rPr>
              <a:t>CarePill</a:t>
            </a:r>
            <a:b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개인 맞춤형 목소리 </a:t>
            </a:r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tuning </a:t>
            </a:r>
            <a:b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개발 기록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8DC783-003D-734B-6058-C1F63DBD6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3841"/>
            <a:ext cx="3253340" cy="67157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2025.10.12.SUN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05CC238C-475B-E6C2-AEEF-A3783D978865}"/>
              </a:ext>
            </a:extLst>
          </p:cNvPr>
          <p:cNvSpPr txBox="1">
            <a:spLocks/>
          </p:cNvSpPr>
          <p:nvPr/>
        </p:nvSpPr>
        <p:spPr>
          <a:xfrm>
            <a:off x="7308859" y="6352285"/>
            <a:ext cx="4883141" cy="671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2022108145 </a:t>
            </a:r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인공지능학과 </a:t>
            </a:r>
            <a:r>
              <a:rPr lang="ko-KR" altLang="en-US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우정균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597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F273D-620B-2BC2-18BA-AB0A496F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1E63E2A-97CC-BDBB-6955-AA88273DE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03970" y="672650"/>
            <a:ext cx="7707086" cy="1045029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1. </a:t>
            </a:r>
            <a:r>
              <a:rPr lang="ko-KR" altLang="en-US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이뤄야하는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목표 </a:t>
            </a:r>
            <a:b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endParaRPr lang="ko-KR" altLang="en-US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B9841C2B-A62F-AE29-B46D-64286EC0F4B2}"/>
              </a:ext>
            </a:extLst>
          </p:cNvPr>
          <p:cNvSpPr txBox="1">
            <a:spLocks/>
          </p:cNvSpPr>
          <p:nvPr/>
        </p:nvSpPr>
        <p:spPr>
          <a:xfrm>
            <a:off x="1411999" y="828330"/>
            <a:ext cx="10230943" cy="37311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7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"</a:t>
            </a:r>
            <a:r>
              <a:rPr lang="ko-KR" altLang="en-US" sz="37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그동안 </a:t>
            </a:r>
            <a:r>
              <a:rPr lang="en-US" altLang="ko-KR" sz="37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gpt</a:t>
            </a:r>
            <a:r>
              <a:rPr lang="en-US" altLang="ko-KR" sz="37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</a:t>
            </a:r>
            <a:r>
              <a:rPr lang="en-US" altLang="ko-KR" sz="37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api</a:t>
            </a:r>
            <a:r>
              <a:rPr lang="ko-KR" altLang="en-US" sz="37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로 송출되었던 목소리를 </a:t>
            </a:r>
            <a:endParaRPr lang="en-US" altLang="ko-KR" sz="37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r>
              <a:rPr lang="ko-KR" altLang="en-US" sz="37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우리만의 데이터셋으로 학습시켜서 </a:t>
            </a:r>
            <a:endParaRPr lang="en-US" altLang="ko-KR" sz="37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r>
              <a:rPr lang="ko-KR" altLang="en-US" sz="37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우리가 원하는 목소리가 나오게끔 </a:t>
            </a:r>
            <a:r>
              <a:rPr lang="ko-KR" altLang="en-US" sz="37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만들어야한다</a:t>
            </a:r>
            <a:r>
              <a:rPr lang="en-US" altLang="ko-KR" sz="37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."</a:t>
            </a:r>
            <a:endParaRPr lang="ko-KR" altLang="en-US" sz="37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890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8E81F-1360-BD00-2D8D-253AF2D18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A4272-3897-EEE0-AF44-D41F5B19A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11233" y="0"/>
            <a:ext cx="11012266" cy="1045029"/>
          </a:xfrm>
        </p:spPr>
        <p:txBody>
          <a:bodyPr>
            <a:noAutofit/>
          </a:bodyPr>
          <a:lstStyle/>
          <a:p>
            <a:r>
              <a:rPr lang="en-US" altLang="ko-KR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2. </a:t>
            </a:r>
            <a:r>
              <a:rPr lang="ko-KR" altLang="en-US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그렇게 만들라고 뭐 </a:t>
            </a:r>
            <a:r>
              <a:rPr lang="ko-KR" altLang="en-US" sz="30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참고핸</a:t>
            </a:r>
            <a:r>
              <a:rPr lang="en-US" altLang="ko-KR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?: </a:t>
            </a:r>
            <a:r>
              <a:rPr lang="ko-KR" altLang="en-US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참고한 레퍼런스</a:t>
            </a:r>
            <a:br>
              <a:rPr lang="ko-KR" altLang="en-US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endParaRPr lang="ko-KR" altLang="en-US" sz="30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2AAC768-8A4B-460F-8B2B-906E495E8D0D}"/>
              </a:ext>
            </a:extLst>
          </p:cNvPr>
          <p:cNvSpPr txBox="1">
            <a:spLocks/>
          </p:cNvSpPr>
          <p:nvPr/>
        </p:nvSpPr>
        <p:spPr>
          <a:xfrm>
            <a:off x="659119" y="1565754"/>
            <a:ext cx="11012266" cy="22472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Font typeface="+mj-lt"/>
              <a:buAutoNum type="arabicPeriod"/>
            </a:pPr>
            <a:r>
              <a:rPr lang="en-US" altLang="ko-KR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Cosyvoice2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altLang="ko-KR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GPT-</a:t>
            </a:r>
            <a:r>
              <a:rPr lang="en-US" altLang="ko-KR" sz="30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SoVITS</a:t>
            </a:r>
            <a:endParaRPr lang="en-US" altLang="ko-KR" sz="30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altLang="ko-KR" sz="30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Zonos</a:t>
            </a:r>
            <a:r>
              <a:rPr lang="en-US" altLang="ko-KR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altLang="ko-KR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Metis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altLang="ko-KR" sz="30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ElevenLabs</a:t>
            </a:r>
            <a:endParaRPr lang="en-US" altLang="ko-KR" sz="30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342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8377A-113D-4F22-2A4E-83D977B5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505C0-9E12-4F3B-9A84-D85331D25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102247" y="-43841"/>
            <a:ext cx="11012266" cy="1045029"/>
          </a:xfrm>
        </p:spPr>
        <p:txBody>
          <a:bodyPr>
            <a:noAutofit/>
          </a:bodyPr>
          <a:lstStyle/>
          <a:p>
            <a:r>
              <a:rPr lang="en-US" altLang="ko-KR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3. </a:t>
            </a:r>
            <a:r>
              <a:rPr lang="ko-KR" altLang="en-US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왜 그렇게 </a:t>
            </a:r>
            <a:r>
              <a:rPr lang="ko-KR" altLang="en-US" sz="30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결정핸</a:t>
            </a:r>
            <a:r>
              <a:rPr lang="en-US" altLang="ko-KR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?: </a:t>
            </a:r>
            <a:r>
              <a:rPr lang="ko-KR" altLang="en-US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결론</a:t>
            </a:r>
            <a:br>
              <a:rPr lang="ko-KR" altLang="en-US" sz="30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endParaRPr lang="ko-KR" altLang="en-US" sz="30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A15CF14-C916-0E90-FBAA-BD101C221065}"/>
              </a:ext>
            </a:extLst>
          </p:cNvPr>
          <p:cNvSpPr txBox="1">
            <a:spLocks/>
          </p:cNvSpPr>
          <p:nvPr/>
        </p:nvSpPr>
        <p:spPr>
          <a:xfrm>
            <a:off x="383188" y="854409"/>
            <a:ext cx="11012266" cy="799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0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라즈베리파이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환경상 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GPU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요구하는 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TTS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모델들을 돌릴 수 없었기에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연구실컴퓨터에 서버를 세팅해  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TTS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모델을 가동하는 방식으로 진행하려 하였음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따라서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한국어 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zero-shot TTS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가 가능한 모델들 선정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</a:t>
            </a:r>
            <a:r>
              <a:rPr lang="en-US" altLang="ko-KR" sz="20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elevenlabs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제외한 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가지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후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하나씩 테스트 진행하였음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1B4B886C-FF74-A540-4547-6BDA4C6D02C8}"/>
              </a:ext>
            </a:extLst>
          </p:cNvPr>
          <p:cNvSpPr txBox="1">
            <a:spLocks/>
          </p:cNvSpPr>
          <p:nvPr/>
        </p:nvSpPr>
        <p:spPr>
          <a:xfrm>
            <a:off x="383188" y="1708862"/>
            <a:ext cx="11012266" cy="465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1. Cosyvoice2 : </a:t>
            </a:r>
            <a:r>
              <a:rPr lang="ko-KR" altLang="en-US" sz="18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나쁘지않은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TTS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성능을 보여주었지만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 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추론속도가 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1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분을 넘어가는 문제가 발생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 </a:t>
            </a:r>
          </a:p>
        </p:txBody>
      </p:sp>
      <p:pic>
        <p:nvPicPr>
          <p:cNvPr id="6" name="cosyvoice2-lyj">
            <a:hlinkClick r:id="" action="ppaction://media"/>
            <a:extLst>
              <a:ext uri="{FF2B5EF4-FFF2-40B4-BE49-F238E27FC236}">
                <a16:creationId xmlns:a16="http://schemas.microsoft.com/office/drawing/2014/main" id="{95B15AA2-5A9A-106A-8664-01B1BB2106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223668" y="2150712"/>
            <a:ext cx="406400" cy="40640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CC45096F-0F57-589F-6BD7-5DA8B95E0219}"/>
              </a:ext>
            </a:extLst>
          </p:cNvPr>
          <p:cNvSpPr txBox="1">
            <a:spLocks/>
          </p:cNvSpPr>
          <p:nvPr/>
        </p:nvSpPr>
        <p:spPr>
          <a:xfrm>
            <a:off x="383188" y="3072494"/>
            <a:ext cx="11012266" cy="465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2. GPT-</a:t>
            </a:r>
            <a:r>
              <a:rPr lang="en-US" altLang="ko-KR" sz="18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SoVITS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: zero-shot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보단 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30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분 정도의 음성을 가지고 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fine-tuning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했을 때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효과적이다 </a:t>
            </a:r>
            <a:r>
              <a:rPr lang="ko-KR" altLang="en-US" sz="18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라는평을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받는 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		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모델임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 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우리 제품특성상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사용자가 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30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분 정도의 음성을 </a:t>
            </a:r>
            <a:r>
              <a:rPr lang="ko-KR" altLang="en-US" sz="18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갖고있거나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말할 가능성이 희박하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		</a:t>
            </a:r>
            <a:r>
              <a:rPr lang="ko-KR" altLang="en-US" sz="18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다고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판단하여 제외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 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48551E1-B33B-C7FB-F103-7ACB25E01F77}"/>
              </a:ext>
            </a:extLst>
          </p:cNvPr>
          <p:cNvSpPr txBox="1">
            <a:spLocks/>
          </p:cNvSpPr>
          <p:nvPr/>
        </p:nvSpPr>
        <p:spPr>
          <a:xfrm>
            <a:off x="383188" y="3596933"/>
            <a:ext cx="11012266" cy="465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3. </a:t>
            </a:r>
            <a:r>
              <a:rPr lang="en-US" altLang="ko-KR" sz="18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Zonos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: 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파이썬 라이브러리 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API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를 지원하고 있어 기대했으나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서버 에러코드가 발생하였음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.</a:t>
            </a:r>
          </a:p>
          <a:p>
            <a:pPr algn="l"/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                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마찬가지로 </a:t>
            </a:r>
            <a:r>
              <a:rPr lang="en-US" altLang="ko-KR" sz="18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gradio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데모페이지도 </a:t>
            </a:r>
            <a:r>
              <a:rPr lang="ko-KR" altLang="en-US" sz="18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같은에러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발생</a:t>
            </a:r>
            <a:endParaRPr lang="en-US" altLang="ko-KR" sz="18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CCE44EC-F918-347E-B75F-4002597C0055}"/>
              </a:ext>
            </a:extLst>
          </p:cNvPr>
          <p:cNvSpPr txBox="1">
            <a:spLocks/>
          </p:cNvSpPr>
          <p:nvPr/>
        </p:nvSpPr>
        <p:spPr>
          <a:xfrm>
            <a:off x="383188" y="3970666"/>
            <a:ext cx="11012266" cy="465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4. Metis : demo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가 꽤 괜찮았지만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8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github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코드 부재</a:t>
            </a:r>
            <a:endParaRPr lang="en-US" altLang="ko-KR" sz="18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96F86DCA-39C2-FD9C-4E28-0ABD36D7B5AB}"/>
              </a:ext>
            </a:extLst>
          </p:cNvPr>
          <p:cNvSpPr txBox="1">
            <a:spLocks/>
          </p:cNvSpPr>
          <p:nvPr/>
        </p:nvSpPr>
        <p:spPr>
          <a:xfrm>
            <a:off x="383188" y="5077768"/>
            <a:ext cx="11012266" cy="799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그러던 와중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en-US" altLang="ko-KR" sz="20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elevenlabs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발견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품질도 꽤 괜찮고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20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빠른속도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API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지원이라는 강점을 가지고 있음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</a:t>
            </a:r>
          </a:p>
          <a:p>
            <a:pPr algn="l"/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Instant voice clone(IVC), Professional voice clone(PVC) 2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가지 기능을 제공하고 있음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IVC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는 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15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초 분량의 음성으로 빠른 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TTS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가 가능하고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PVC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는 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시간이상의 음성으로 매우 정확한 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TTS(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원본과 구분 불가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를 가능케 함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두 </a:t>
            </a:r>
            <a:r>
              <a:rPr lang="ko-KR" altLang="en-US" sz="20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기능중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사용자 편의를 위해 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IVC </a:t>
            </a:r>
            <a:r>
              <a:rPr lang="ko-KR" altLang="en-US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채택</a:t>
            </a:r>
            <a:r>
              <a:rPr lang="en-US" altLang="ko-KR" sz="20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.  </a:t>
            </a: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F3B01C29-9645-5A3A-596A-8D35ABE75CF1}"/>
              </a:ext>
            </a:extLst>
          </p:cNvPr>
          <p:cNvSpPr txBox="1">
            <a:spLocks/>
          </p:cNvSpPr>
          <p:nvPr/>
        </p:nvSpPr>
        <p:spPr>
          <a:xfrm>
            <a:off x="2008396" y="2082595"/>
            <a:ext cx="1418472" cy="465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생성 음성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157822A5-BB3A-C374-081D-A077363718B0}"/>
              </a:ext>
            </a:extLst>
          </p:cNvPr>
          <p:cNvSpPr txBox="1">
            <a:spLocks/>
          </p:cNvSpPr>
          <p:nvPr/>
        </p:nvSpPr>
        <p:spPr>
          <a:xfrm>
            <a:off x="383188" y="5843185"/>
            <a:ext cx="11012266" cy="465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5. </a:t>
            </a:r>
            <a:r>
              <a:rPr lang="en-US" altLang="ko-KR" sz="18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ElevenLabs</a:t>
            </a:r>
            <a:endParaRPr lang="en-US" altLang="ko-KR" sz="18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C1A772F-6D3E-D649-B916-3DF02D4A82CD}"/>
              </a:ext>
            </a:extLst>
          </p:cNvPr>
          <p:cNvSpPr txBox="1">
            <a:spLocks/>
          </p:cNvSpPr>
          <p:nvPr/>
        </p:nvSpPr>
        <p:spPr>
          <a:xfrm>
            <a:off x="3129723" y="6160022"/>
            <a:ext cx="1418472" cy="465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생성 음성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</a:t>
            </a: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E317247B-2234-BCF2-0B37-D86AFEA7B72B}"/>
              </a:ext>
            </a:extLst>
          </p:cNvPr>
          <p:cNvSpPr txBox="1">
            <a:spLocks/>
          </p:cNvSpPr>
          <p:nvPr/>
        </p:nvSpPr>
        <p:spPr>
          <a:xfrm>
            <a:off x="1217168" y="6158282"/>
            <a:ext cx="1418472" cy="465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참조 음성</a:t>
            </a:r>
            <a:r>
              <a:rPr lang="en-US" altLang="ko-KR" sz="18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</a:t>
            </a:r>
          </a:p>
        </p:txBody>
      </p:sp>
      <p:pic>
        <p:nvPicPr>
          <p:cNvPr id="15" name="Wjg_voice">
            <a:hlinkClick r:id="" action="ppaction://media"/>
            <a:extLst>
              <a:ext uri="{FF2B5EF4-FFF2-40B4-BE49-F238E27FC236}">
                <a16:creationId xmlns:a16="http://schemas.microsoft.com/office/drawing/2014/main" id="{36AB55D7-4EC4-E14C-E54F-BE987B48836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474070" y="6196338"/>
            <a:ext cx="406400" cy="406400"/>
          </a:xfrm>
          <a:prstGeom prst="rect">
            <a:avLst/>
          </a:prstGeom>
        </p:spPr>
      </p:pic>
      <p:pic>
        <p:nvPicPr>
          <p:cNvPr id="16" name="첫시도">
            <a:hlinkClick r:id="" action="ppaction://media"/>
            <a:extLst>
              <a:ext uri="{FF2B5EF4-FFF2-40B4-BE49-F238E27FC236}">
                <a16:creationId xmlns:a16="http://schemas.microsoft.com/office/drawing/2014/main" id="{0B49E2C3-3992-3EAA-4FEF-402DD83104D0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391048" y="6217342"/>
            <a:ext cx="406400" cy="406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3CE6184-BDC6-04A6-C052-8D2D65FFAEA1}"/>
              </a:ext>
            </a:extLst>
          </p:cNvPr>
          <p:cNvSpPr txBox="1"/>
          <p:nvPr/>
        </p:nvSpPr>
        <p:spPr>
          <a:xfrm>
            <a:off x="4930060" y="6323205"/>
            <a:ext cx="7647140" cy="285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b="0" dirty="0">
                <a:effectLst/>
                <a:latin typeface="+mn-ea"/>
              </a:rPr>
              <a:t>(text="</a:t>
            </a:r>
            <a:r>
              <a:rPr lang="ko-KR" altLang="en-US" b="0" dirty="0">
                <a:effectLst/>
                <a:latin typeface="+mn-ea"/>
              </a:rPr>
              <a:t>오늘 아침약은 감기약 </a:t>
            </a:r>
            <a:r>
              <a:rPr lang="ko-KR" altLang="en-US" b="0" dirty="0" err="1">
                <a:effectLst/>
                <a:latin typeface="+mn-ea"/>
              </a:rPr>
              <a:t>한알과</a:t>
            </a:r>
            <a:r>
              <a:rPr lang="ko-KR" altLang="en-US" b="0" dirty="0">
                <a:effectLst/>
                <a:latin typeface="+mn-ea"/>
              </a:rPr>
              <a:t> 두통약 두알입니다</a:t>
            </a:r>
            <a:r>
              <a:rPr lang="en-US" altLang="ko-KR" b="0" dirty="0">
                <a:effectLst/>
                <a:latin typeface="+mn-ea"/>
              </a:rPr>
              <a:t>“)</a:t>
            </a:r>
            <a:endParaRPr lang="ko-KR" altLang="en-US" b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115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496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343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D92FB-F287-46F2-FB8E-B0F2284A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8C4661B-4C13-BFE6-CB1C-9A81C8B663FA}"/>
              </a:ext>
            </a:extLst>
          </p:cNvPr>
          <p:cNvSpPr txBox="1">
            <a:spLocks/>
          </p:cNvSpPr>
          <p:nvPr/>
        </p:nvSpPr>
        <p:spPr>
          <a:xfrm>
            <a:off x="1626670" y="3286825"/>
            <a:ext cx="9631217" cy="1195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5900" dirty="0" err="1">
                <a:solidFill>
                  <a:srgbClr val="1D652B"/>
                </a:solidFill>
                <a:ea typeface="에스코어 드림 8 Heavy" panose="020B0903030302020204" pitchFamily="34" charset="-127"/>
              </a:rPr>
              <a:t>CarePill</a:t>
            </a:r>
            <a:r>
              <a:rPr lang="ko-KR" altLang="en-US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과 함께</a:t>
            </a:r>
            <a:r>
              <a:rPr lang="en-US" altLang="ko-KR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,</a:t>
            </a:r>
          </a:p>
          <a:p>
            <a:pPr algn="l"/>
            <a:r>
              <a:rPr lang="ko-KR" altLang="en-US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시각장애인의 </a:t>
            </a:r>
            <a:r>
              <a:rPr lang="ko-KR" altLang="en-US" sz="5900" dirty="0">
                <a:solidFill>
                  <a:srgbClr val="1D652B"/>
                </a:solidFill>
                <a:ea typeface="에스코어 드림 8 Heavy" panose="020B0903030302020204" pitchFamily="34" charset="-127"/>
              </a:rPr>
              <a:t>자립</a:t>
            </a:r>
            <a:r>
              <a:rPr lang="ko-KR" altLang="en-US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은</a:t>
            </a:r>
            <a:endParaRPr lang="en-US" altLang="ko-KR" sz="5900" dirty="0">
              <a:solidFill>
                <a:srgbClr val="BEBEB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pPr algn="l"/>
            <a:r>
              <a:rPr lang="ko-KR" altLang="en-US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가능성이 아니라 </a:t>
            </a:r>
            <a:r>
              <a:rPr lang="ko-KR" altLang="en-US" sz="5900" dirty="0">
                <a:solidFill>
                  <a:srgbClr val="1D652B"/>
                </a:solidFill>
                <a:ea typeface="에스코어 드림 8 Heavy" panose="020B0903030302020204" pitchFamily="34" charset="-127"/>
              </a:rPr>
              <a:t>실현</a:t>
            </a:r>
            <a:r>
              <a:rPr lang="ko-KR" altLang="en-US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입니다</a:t>
            </a:r>
            <a:r>
              <a:rPr lang="en-US" altLang="ko-KR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.</a:t>
            </a:r>
            <a:endParaRPr lang="ko-KR" altLang="en-US" sz="5900" dirty="0">
              <a:solidFill>
                <a:srgbClr val="BEBEB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A93E0DC-9C78-94F2-B735-7C513108829F}"/>
              </a:ext>
            </a:extLst>
          </p:cNvPr>
          <p:cNvSpPr txBox="1">
            <a:spLocks/>
          </p:cNvSpPr>
          <p:nvPr/>
        </p:nvSpPr>
        <p:spPr>
          <a:xfrm>
            <a:off x="3846286" y="5812971"/>
            <a:ext cx="8345714" cy="10450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5000" dirty="0">
                <a:solidFill>
                  <a:srgbClr val="1D652B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감사합니다</a:t>
            </a:r>
            <a:r>
              <a:rPr lang="en-US" altLang="ko-KR" sz="5000" dirty="0">
                <a:solidFill>
                  <a:srgbClr val="1D652B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.</a:t>
            </a:r>
            <a:endParaRPr lang="ko-KR" altLang="en-US" sz="5000" dirty="0">
              <a:solidFill>
                <a:srgbClr val="1D652B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24655AA4-B901-B10C-C61B-A2E410FC7507}"/>
              </a:ext>
            </a:extLst>
          </p:cNvPr>
          <p:cNvSpPr txBox="1">
            <a:spLocks/>
          </p:cNvSpPr>
          <p:nvPr/>
        </p:nvSpPr>
        <p:spPr>
          <a:xfrm>
            <a:off x="0" y="123841"/>
            <a:ext cx="3253340" cy="671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000" dirty="0">
                <a:solidFill>
                  <a:srgbClr val="1D652B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2025 </a:t>
            </a:r>
            <a:r>
              <a:rPr lang="ko-KR" altLang="en-US" sz="2000" dirty="0">
                <a:solidFill>
                  <a:srgbClr val="1D652B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공학페스티벌</a:t>
            </a:r>
          </a:p>
        </p:txBody>
      </p:sp>
    </p:spTree>
    <p:extLst>
      <p:ext uri="{BB962C8B-B14F-4D97-AF65-F5344CB8AC3E}">
        <p14:creationId xmlns:p14="http://schemas.microsoft.com/office/powerpoint/2010/main" val="2665889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공학페스티벌">
      <a:majorFont>
        <a:latin typeface="에스코어 드림 9 Black"/>
        <a:ea typeface="에스코어 드림 8 Heavy"/>
        <a:cs typeface=""/>
      </a:majorFont>
      <a:minorFont>
        <a:latin typeface="에스코어 드림 5 Medium"/>
        <a:ea typeface="에스코어 드림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302</Words>
  <Application>Microsoft Office PowerPoint</Application>
  <PresentationFormat>와이드스크린</PresentationFormat>
  <Paragraphs>33</Paragraphs>
  <Slides>5</Slides>
  <Notes>1</Notes>
  <HiddenSlides>0</HiddenSlides>
  <MMClips>3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에스코어 드림 4 Regular</vt:lpstr>
      <vt:lpstr>에스코어 드림 5 Medium</vt:lpstr>
      <vt:lpstr>에스코어 드림 8 Heavy</vt:lpstr>
      <vt:lpstr>에스코어 드림 9 Black</vt:lpstr>
      <vt:lpstr>Arial</vt:lpstr>
      <vt:lpstr>Office 테마</vt:lpstr>
      <vt:lpstr>CarePill 개인 맞춤형 목소리 tuning  개발 기록</vt:lpstr>
      <vt:lpstr>1. 이뤄야하는 목표  </vt:lpstr>
      <vt:lpstr>2. 그렇게 만들라고 뭐 참고핸?: 참고한 레퍼런스 </vt:lpstr>
      <vt:lpstr>3. 왜 그렇게 결정핸?: 결론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유정 임</dc:creator>
  <cp:lastModifiedBy>정균 우</cp:lastModifiedBy>
  <cp:revision>17</cp:revision>
  <dcterms:created xsi:type="dcterms:W3CDTF">2025-10-12T13:04:18Z</dcterms:created>
  <dcterms:modified xsi:type="dcterms:W3CDTF">2025-10-12T19:51:57Z</dcterms:modified>
</cp:coreProperties>
</file>