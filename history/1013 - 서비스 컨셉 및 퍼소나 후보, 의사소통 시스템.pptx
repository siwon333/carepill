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3" r:id="rId4"/>
    <p:sldId id="259" r:id="rId5"/>
    <p:sldId id="289" r:id="rId6"/>
    <p:sldId id="268" r:id="rId7"/>
    <p:sldId id="260" r:id="rId8"/>
    <p:sldId id="285" r:id="rId9"/>
    <p:sldId id="261" r:id="rId10"/>
    <p:sldId id="286" r:id="rId11"/>
    <p:sldId id="266" r:id="rId12"/>
    <p:sldId id="257" r:id="rId13"/>
    <p:sldId id="269" r:id="rId14"/>
    <p:sldId id="262" r:id="rId15"/>
    <p:sldId id="270" r:id="rId16"/>
    <p:sldId id="287" r:id="rId17"/>
    <p:sldId id="271" r:id="rId18"/>
    <p:sldId id="288" r:id="rId19"/>
    <p:sldId id="27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52B"/>
    <a:srgbClr val="BEBE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F335-E4AD-489C-B635-ABEC500FC424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98A19-0480-4F27-8975-2A083591C9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28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7F7A-8039-E5EE-0007-48B97FEB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3309DA-0DE3-6D8F-9915-241DEF708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9D50C1-B3CA-0F02-56A3-9B466E69B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2366D1-7FEB-1242-CD32-49B9C1CF3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98A19-0480-4F27-8975-2A083591C90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8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1C08-E4FC-844F-8560-09DF76A9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0E9E65-94DE-E477-62D1-D7C2A9BE0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8E7B90-5682-F6D3-D024-4074B2EE5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73F91B-4B10-07B5-3695-A26EB4484A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598A19-0480-4F27-8975-2A083591C90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377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009D1-346A-4C37-EEB6-0D733E74F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ED944-BBCE-CF3F-631E-47057C1E0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5090B8-47D2-4D15-468A-789E29A4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0B41A-D086-B999-2888-185EFD64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D8927-D284-E682-E342-BCEE4CF4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28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9B525-F445-1ABC-CFE9-EBA1425B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175C7E-2F32-2235-9819-44C10753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2AE7E8-E0AA-6237-1F41-984CF7F9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D70C1-BE7E-6D98-42BC-BA21F5F3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B0626-8A89-52AA-D2EF-DB6DCEB8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92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9D650-C791-2957-AB60-A6E421F9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C7D3F5-7E1A-1DD9-4EFE-9E180F88F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BE9187-2E24-7DB1-4BB1-433EC862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1D0F7-D573-D82A-8497-634F163D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F59A0-9842-7239-22DA-AFF3ADB0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0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5A64DF-5ECA-F51D-B9D9-ECE57106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D0E7D-00BF-0803-642C-BC62C2844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9041F1-67FA-CB42-D91C-1D451D7CE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86B6DE-F56B-3E47-4B4A-43FCAA57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B9C31F-CB0C-297B-E54D-22D80A34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C56788-3468-180F-F81C-2EDB333A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73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3AEA7-1EBD-4AE9-F8D9-4BE47D6A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615ED-2868-E7B7-9E9B-E1F2DB983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01F34-A897-6D7E-F262-7197888E2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CB0E34-F92C-66A6-7B06-D5374F42A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BCCA37-ED04-D34A-CDB7-AB0A9B518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7EDC5D-3DA5-1E5C-1140-6DC076C9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40FC93-B3D3-F32F-BFC6-556F6B48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979856-DB7C-14A0-7110-FFCFEC72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75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5F8F3-DECA-16A5-3112-D08642D2F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9D496A-DD0F-709C-AF6E-E8F3FB75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12EB4-E954-D8D9-6CC3-A92DBE65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D27388-BDEF-23F9-F50D-B8F00887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29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6003DB-733D-F8F6-5AD7-8195DD51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48D31D-F029-2EF4-F392-CA97A076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0E143-D234-D61E-530A-0CFAB57E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7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44C0F-8FE0-2DFC-36B0-2DBC1A88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995EE2-66F7-EC65-2AB8-787E266BB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6AAF09-C7E7-6C79-B322-90A6C8347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3DD888-0F9F-7A3F-DCF9-13E8F685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0D24DF-8F01-438D-FC0E-DC2789CB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59BF1-67AE-2485-3F9A-AF5A4EDA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8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FCD49-22D4-0D33-946F-97130087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F094F1-4ED8-44C8-38DB-50E3EA6EF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6EF67B-77EB-D1A1-9CB8-1459BB862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DB96ED-03E5-CB9F-E199-ED1EC8BA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EDCA69-54FD-ED17-4BAE-CBF4AFA4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FEC3F9-749E-9FF4-3FB0-E119E9FE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6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5E59C-C9CF-4CA6-3478-3902BD7D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17DB41-7B13-C7F2-F7F2-D3AFB4F49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BA43A-6EAA-9C80-8934-435D3BDA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C621F1-E03C-98E7-0437-24123F98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11177-A053-3F7A-DB94-D1F2D30A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06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B5B7B0-4225-902B-A397-3D4873EE1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78DF20-C6C7-FE84-A5AE-811701BF9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9C83F6-9FCF-164E-C0FD-0404A61A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D10A1D-BFCA-8E75-64A7-F8E1F8F3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7EB3E-2E84-FB9E-9710-89FF6CA0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70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EB2FFE-EE02-7642-437A-C46A8BAA1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D97FD2-3ADC-A828-51B6-AE4E0A91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F530B5-8582-8C96-D845-A00116426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A354F-6F34-4A21-834D-2A7977BFB030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0EF34-6A48-3B63-D426-5E8FBFDD6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E56FA-B282-7DFA-DA25-0BC1E6087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333E-2B4D-479A-AD39-0169F46772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14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32C1A-3491-7728-894F-1829E7E5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1433"/>
            <a:ext cx="9144000" cy="2387600"/>
          </a:xfrm>
        </p:spPr>
        <p:txBody>
          <a:bodyPr/>
          <a:lstStyle/>
          <a:p>
            <a:r>
              <a:rPr lang="en-US" altLang="ko-KR" dirty="0" err="1">
                <a:ea typeface="에스코어 드림 8 Heavy" panose="020B0903030302020204" pitchFamily="34" charset="-127"/>
              </a:rPr>
              <a:t>CarePill</a:t>
            </a:r>
            <a:b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서비스 컨셉 및 </a:t>
            </a:r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퍼소나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후보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8DC783-003D-734B-6058-C1F63DBD6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3841"/>
            <a:ext cx="3253340" cy="671579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2025.10.12.SUN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05CC238C-475B-E6C2-AEEF-A3783D978865}"/>
              </a:ext>
            </a:extLst>
          </p:cNvPr>
          <p:cNvSpPr txBox="1">
            <a:spLocks/>
          </p:cNvSpPr>
          <p:nvPr/>
        </p:nvSpPr>
        <p:spPr>
          <a:xfrm>
            <a:off x="7308859" y="6352285"/>
            <a:ext cx="4883141" cy="671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2022108147 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인공지능학과 임유정</a:t>
            </a:r>
          </a:p>
        </p:txBody>
      </p:sp>
    </p:spTree>
    <p:extLst>
      <p:ext uri="{BB962C8B-B14F-4D97-AF65-F5344CB8AC3E}">
        <p14:creationId xmlns:p14="http://schemas.microsoft.com/office/powerpoint/2010/main" val="402597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273D-620B-2BC2-18BA-AB0A496F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1E63E2A-97CC-BDBB-6955-AA88273DE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57" y="2906485"/>
            <a:ext cx="7707086" cy="1045029"/>
          </a:xfrm>
        </p:spPr>
        <p:txBody>
          <a:bodyPr/>
          <a:lstStyle/>
          <a:p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1. 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서비스 설명</a:t>
            </a:r>
          </a:p>
        </p:txBody>
      </p:sp>
    </p:spTree>
    <p:extLst>
      <p:ext uri="{BB962C8B-B14F-4D97-AF65-F5344CB8AC3E}">
        <p14:creationId xmlns:p14="http://schemas.microsoft.com/office/powerpoint/2010/main" val="365890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67EE-0429-D785-E59E-0F1178C60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A694B913-DF8F-BF62-7BBF-A0F25D5F8901}"/>
              </a:ext>
            </a:extLst>
          </p:cNvPr>
          <p:cNvSpPr txBox="1">
            <a:spLocks/>
          </p:cNvSpPr>
          <p:nvPr/>
        </p:nvSpPr>
        <p:spPr>
          <a:xfrm>
            <a:off x="-700085" y="3773713"/>
            <a:ext cx="4930340" cy="6241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내 </a:t>
            </a:r>
            <a:endParaRPr lang="en-US" altLang="ko-KR" sz="4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불편함</a:t>
            </a:r>
          </a:p>
        </p:txBody>
      </p:sp>
      <p:sp>
        <p:nvSpPr>
          <p:cNvPr id="2" name="부제목 2">
            <a:extLst>
              <a:ext uri="{FF2B5EF4-FFF2-40B4-BE49-F238E27FC236}">
                <a16:creationId xmlns:a16="http://schemas.microsoft.com/office/drawing/2014/main" id="{D7098236-7B5A-313E-7CCE-15A40722750A}"/>
              </a:ext>
            </a:extLst>
          </p:cNvPr>
          <p:cNvSpPr txBox="1">
            <a:spLocks/>
          </p:cNvSpPr>
          <p:nvPr/>
        </p:nvSpPr>
        <p:spPr>
          <a:xfrm>
            <a:off x="2272209" y="1844073"/>
            <a:ext cx="8058600" cy="6715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당신은 타인이 겪는 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“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불편함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”</a:t>
            </a:r>
            <a:r>
              <a:rPr lang="ko-KR" altLang="en-US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에 대해 생각해본 적 </a:t>
            </a:r>
            <a:r>
              <a:rPr lang="ko-KR" altLang="en-US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있으신가요</a:t>
            </a:r>
            <a:r>
              <a:rPr lang="en-US" altLang="ko-KR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ECDC01-4A1F-71FF-8410-8D9DE76D7AE7}"/>
              </a:ext>
            </a:extLst>
          </p:cNvPr>
          <p:cNvSpPr txBox="1">
            <a:spLocks/>
          </p:cNvSpPr>
          <p:nvPr/>
        </p:nvSpPr>
        <p:spPr>
          <a:xfrm>
            <a:off x="3487287" y="3461656"/>
            <a:ext cx="4769528" cy="624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내</a:t>
            </a:r>
            <a:endParaRPr lang="en-US" altLang="ko-KR" sz="4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주변사람들의 </a:t>
            </a:r>
            <a:endParaRPr lang="en-US" altLang="ko-KR" sz="4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불편함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A51041A-EAC9-8347-25B5-1666148D7948}"/>
              </a:ext>
            </a:extLst>
          </p:cNvPr>
          <p:cNvSpPr txBox="1">
            <a:spLocks/>
          </p:cNvSpPr>
          <p:nvPr/>
        </p:nvSpPr>
        <p:spPr>
          <a:xfrm>
            <a:off x="7422472" y="3521525"/>
            <a:ext cx="4769528" cy="624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일면식도 없는</a:t>
            </a:r>
            <a:endParaRPr lang="en-US" altLang="ko-KR" sz="4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타인의</a:t>
            </a:r>
            <a:endParaRPr lang="en-US" altLang="ko-KR" sz="4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4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불편함</a:t>
            </a:r>
            <a:endParaRPr lang="en-US" altLang="ko-KR" sz="4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159C949-3DB7-C948-87AB-9365BDB12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배경설명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567D1DD1-244E-A7B9-D769-15384933AE99}"/>
              </a:ext>
            </a:extLst>
          </p:cNvPr>
          <p:cNvSpPr txBox="1">
            <a:spLocks/>
          </p:cNvSpPr>
          <p:nvPr/>
        </p:nvSpPr>
        <p:spPr>
          <a:xfrm>
            <a:off x="11074400" y="6293152"/>
            <a:ext cx="945403" cy="624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확산</a:t>
            </a:r>
          </a:p>
        </p:txBody>
      </p:sp>
    </p:spTree>
    <p:extLst>
      <p:ext uri="{BB962C8B-B14F-4D97-AF65-F5344CB8AC3E}">
        <p14:creationId xmlns:p14="http://schemas.microsoft.com/office/powerpoint/2010/main" val="431342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514D-9938-3214-4888-D1BD73048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D3461-6058-119F-0A04-49C6D0CA2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6728" y="2789383"/>
            <a:ext cx="8978900" cy="838201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시각장애인이 겪는 </a:t>
            </a:r>
            <a:b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불편함에는 무엇이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 </a:t>
            </a:r>
            <a:r>
              <a:rPr lang="ko-KR" altLang="en-US" sz="44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어떤게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있을까요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EB3742-73EE-328C-45D4-4472183F8518}"/>
              </a:ext>
            </a:extLst>
          </p:cNvPr>
          <p:cNvSpPr txBox="1">
            <a:spLocks/>
          </p:cNvSpPr>
          <p:nvPr/>
        </p:nvSpPr>
        <p:spPr>
          <a:xfrm>
            <a:off x="5608350" y="5978236"/>
            <a:ext cx="7063939" cy="624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네가 안약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넣을때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눈이 찔리고</a:t>
            </a:r>
            <a:endParaRPr lang="en-US" altLang="ko-KR" sz="2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약먹을때도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걱정해야하는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시각장애인의 불편함을 아냐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211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087C-6285-32E8-498E-2CD62675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41931-AA99-4295-8D96-20CD1A400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9754" y="2590799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그래서 우리는 주목했습니다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</a:t>
            </a:r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CD4046-4631-CECF-EB5B-DF522791B626}"/>
              </a:ext>
            </a:extLst>
          </p:cNvPr>
          <p:cNvSpPr txBox="1">
            <a:spLocks/>
          </p:cNvSpPr>
          <p:nvPr/>
        </p:nvSpPr>
        <p:spPr>
          <a:xfrm>
            <a:off x="4986274" y="3814683"/>
            <a:ext cx="7063939" cy="624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１。 네가 안약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넣을때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눈이 찔리고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약먹을때도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혹여나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잘못먹을까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걱정하게되는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시각장애인의 불편함을 아냐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  <a:p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２。 （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울분）</a:t>
            </a:r>
            <a:r>
              <a:rPr lang="ko-KR" altLang="en-US" sz="2000" b="1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나는</a:t>
            </a:r>
            <a:r>
              <a:rPr lang="ko-KR" altLang="en-US" sz="20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b="1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너네가</a:t>
            </a:r>
            <a:r>
              <a:rPr lang="ko-KR" altLang="en-US" sz="20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쓰는 물건들 불편해서 아예 사용도 잘 못하는데 </a:t>
            </a:r>
            <a:r>
              <a:rPr lang="ko-KR" altLang="en-US" sz="2000" b="1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너네는</a:t>
            </a:r>
            <a:r>
              <a:rPr lang="ko-KR" altLang="en-US" sz="20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우리가 쓰는 물건들 사용 잘만 사용하고</a:t>
            </a:r>
            <a:r>
              <a:rPr lang="en-US" altLang="ko-KR" sz="20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…(</a:t>
            </a:r>
            <a:r>
              <a:rPr lang="ko-KR" altLang="en-US" sz="2000" b="1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배리어프리</a:t>
            </a:r>
            <a:r>
              <a:rPr lang="en-US" altLang="ko-KR" sz="20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)</a:t>
            </a:r>
          </a:p>
          <a:p>
            <a:r>
              <a:rPr lang="en-US" altLang="ko-KR" sz="20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씨 망할 세상 존나 불공평하네 근데 뭐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니네가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우리 도와주겠다고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건방진새끼들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너네가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진짜 뭘 알아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나에대해서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뭘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아냐고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이자식들아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다꺼져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다싫어</a:t>
            </a:r>
            <a:endParaRPr lang="ko-KR" altLang="en-US" sz="20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３。근데 어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en-US" altLang="ko-KR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carepill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오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뭐야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왜케</a:t>
            </a:r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편해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 </a:t>
            </a:r>
            <a:r>
              <a:rPr lang="ko-KR" altLang="en-US" sz="20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뭐야</a:t>
            </a:r>
            <a:r>
              <a:rPr lang="en-US" altLang="ko-KR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?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B6FD4568-F4C2-6204-A2C2-E09F2E651A45}"/>
              </a:ext>
            </a:extLst>
          </p:cNvPr>
          <p:cNvSpPr txBox="1">
            <a:spLocks/>
          </p:cNvSpPr>
          <p:nvPr/>
        </p:nvSpPr>
        <p:spPr>
          <a:xfrm>
            <a:off x="5577665" y="5635017"/>
            <a:ext cx="7063939" cy="6241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271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A23E9-5526-AB30-7D21-E85CCBBF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29CD5-92B3-19B8-F450-22666EA41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4563" y="3793067"/>
            <a:ext cx="8978900" cy="838201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세상 모든 것의 기본 </a:t>
            </a:r>
            <a:r>
              <a:rPr lang="en-US" altLang="ko-KR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HW</a:t>
            </a:r>
            <a:b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당신이 불편함을 짚어드릴 </a:t>
            </a:r>
            <a:r>
              <a:rPr lang="en-US" altLang="ko-KR" sz="4400" dirty="0">
                <a:solidFill>
                  <a:schemeClr val="accent6">
                    <a:lumMod val="60000"/>
                    <a:lumOff val="40000"/>
                  </a:schemeClr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AI</a:t>
            </a:r>
            <a:b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거기에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  <a:b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당신의 걸음을 멈추게 하는 </a:t>
            </a:r>
            <a:r>
              <a:rPr lang="ko-KR" altLang="en-US" sz="4400" dirty="0">
                <a:solidFill>
                  <a:schemeClr val="accent6">
                    <a:lumMod val="75000"/>
                  </a:schemeClr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디자인</a:t>
            </a: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까지 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77E5DC0-799B-F381-725C-17EEE03434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40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서비스 설명</a:t>
            </a:r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4946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8E35-FC9D-38A2-7584-6A2EADCFF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CFAF0-4A6D-F570-4D62-0ECAF970D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HW </a:t>
            </a: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타임</a:t>
            </a:r>
          </a:p>
        </p:txBody>
      </p:sp>
    </p:spTree>
    <p:extLst>
      <p:ext uri="{BB962C8B-B14F-4D97-AF65-F5344CB8AC3E}">
        <p14:creationId xmlns:p14="http://schemas.microsoft.com/office/powerpoint/2010/main" val="361958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9ABB5-751C-5BCF-4871-0DC23D3F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B85E8-2156-5251-901C-546926405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SW </a:t>
            </a: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타임</a:t>
            </a:r>
          </a:p>
        </p:txBody>
      </p:sp>
    </p:spTree>
    <p:extLst>
      <p:ext uri="{BB962C8B-B14F-4D97-AF65-F5344CB8AC3E}">
        <p14:creationId xmlns:p14="http://schemas.microsoft.com/office/powerpoint/2010/main" val="1347610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0F79-FBFF-D6D1-3389-1A3AD59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488B5-1169-6433-9DAD-0F5773B12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디자인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</a:t>
            </a: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타임</a:t>
            </a:r>
          </a:p>
        </p:txBody>
      </p:sp>
    </p:spTree>
    <p:extLst>
      <p:ext uri="{BB962C8B-B14F-4D97-AF65-F5344CB8AC3E}">
        <p14:creationId xmlns:p14="http://schemas.microsoft.com/office/powerpoint/2010/main" val="196581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0D46-CA3A-08FF-9D12-5A06BC29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AEEBE-A17D-838F-1200-8FE892E09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318933"/>
            <a:ext cx="10426700" cy="838201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sz="44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우리끼리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 </a:t>
            </a: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안에서 치열하게 경합을 벌이면서</a:t>
            </a:r>
            <a:b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</a:br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출시해낸 최고의 작품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: </a:t>
            </a:r>
            <a:r>
              <a:rPr lang="en-US" altLang="ko-KR" sz="4400" dirty="0" err="1">
                <a:solidFill>
                  <a:srgbClr val="1D652B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CarePill</a:t>
            </a:r>
            <a:endParaRPr lang="ko-KR" altLang="en-US" sz="4400" dirty="0">
              <a:solidFill>
                <a:srgbClr val="1D652B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6FCC9E3-7CB2-47D7-0681-5E522DBD06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ADAD61E-643A-1844-4E42-EF8B95223A31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전체를 다 아우르면</a:t>
            </a:r>
          </a:p>
        </p:txBody>
      </p:sp>
    </p:spTree>
    <p:extLst>
      <p:ext uri="{BB962C8B-B14F-4D97-AF65-F5344CB8AC3E}">
        <p14:creationId xmlns:p14="http://schemas.microsoft.com/office/powerpoint/2010/main" val="3808743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73A09-2A90-F099-B36B-ED084FBF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EAADC5B-1362-40E5-C51F-2B788E78A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57" y="2906485"/>
            <a:ext cx="7707086" cy="1045029"/>
          </a:xfrm>
        </p:spPr>
        <p:txBody>
          <a:bodyPr/>
          <a:lstStyle/>
          <a:p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2. </a:t>
            </a:r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퍼소나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후보</a:t>
            </a:r>
          </a:p>
        </p:txBody>
      </p:sp>
    </p:spTree>
    <p:extLst>
      <p:ext uri="{BB962C8B-B14F-4D97-AF65-F5344CB8AC3E}">
        <p14:creationId xmlns:p14="http://schemas.microsoft.com/office/powerpoint/2010/main" val="391435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4F73-A958-4FBB-7AB0-E85378DD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7C91699-33C1-463A-08A2-B024C5858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후보 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- 1</a:t>
            </a:r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87CC46-1802-895F-0D4D-ACA27121B14A}"/>
              </a:ext>
            </a:extLst>
          </p:cNvPr>
          <p:cNvSpPr txBox="1">
            <a:spLocks/>
          </p:cNvSpPr>
          <p:nvPr/>
        </p:nvSpPr>
        <p:spPr>
          <a:xfrm>
            <a:off x="2319773" y="1023594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4</a:t>
            </a:r>
            <a:r>
              <a:rPr lang="ko-KR" altLang="en-US" sz="37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인가족</a:t>
            </a:r>
            <a:r>
              <a:rPr lang="ko-KR" altLang="en-US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중에서 막내가 시각장애인</a:t>
            </a:r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32756FFE-2D7F-BCD9-DCD0-820E5FD3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36" y="2324100"/>
            <a:ext cx="528955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13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E2F6-2275-A78F-82A4-8AE49C55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191550E-7F96-A0C2-851E-6DC187A83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978900" cy="838201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후보 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- 1</a:t>
            </a:r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15BE9D-3DF3-8893-00A1-E0984BE25E98}"/>
              </a:ext>
            </a:extLst>
          </p:cNvPr>
          <p:cNvSpPr txBox="1">
            <a:spLocks/>
          </p:cNvSpPr>
          <p:nvPr/>
        </p:nvSpPr>
        <p:spPr>
          <a:xfrm>
            <a:off x="2577523" y="992909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4</a:t>
            </a:r>
            <a:r>
              <a:rPr lang="ko-KR" altLang="en-US" sz="37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인가족</a:t>
            </a:r>
            <a:r>
              <a:rPr lang="ko-KR" altLang="en-US" sz="37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중에서 막내가 시각장애인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CC5591-A5AC-D531-25C8-2D3128736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482" y="2169179"/>
            <a:ext cx="7487035" cy="415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93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E285C-054E-8760-5E86-4E24BDCF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C3EE0C8-EC1E-9E9C-4616-6129387A9A4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후보 </a:t>
            </a:r>
            <a:r>
              <a:rPr lang="en-US" altLang="ko-KR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- 2</a:t>
            </a:r>
            <a:endParaRPr lang="ko-KR" altLang="en-US" sz="4400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58F3E22-0A2C-2075-BDB6-87558D5935B0}"/>
              </a:ext>
            </a:extLst>
          </p:cNvPr>
          <p:cNvSpPr txBox="1">
            <a:spLocks/>
          </p:cNvSpPr>
          <p:nvPr/>
        </p:nvSpPr>
        <p:spPr>
          <a:xfrm>
            <a:off x="2161800" y="838201"/>
            <a:ext cx="8978900" cy="8382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4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노부부 두 명에서 할아버지가 시각장애인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4CF1D7-CF91-779F-1B36-FDB657C58D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3" t="1121" r="19587" b="592"/>
          <a:stretch>
            <a:fillRect/>
          </a:stretch>
        </p:blipFill>
        <p:spPr bwMode="auto">
          <a:xfrm>
            <a:off x="3356043" y="2013625"/>
            <a:ext cx="5846323" cy="484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3E89B4E8-FE63-57A6-E6C8-22EBE915D5F3}"/>
              </a:ext>
            </a:extLst>
          </p:cNvPr>
          <p:cNvSpPr txBox="1">
            <a:spLocks/>
          </p:cNvSpPr>
          <p:nvPr/>
        </p:nvSpPr>
        <p:spPr>
          <a:xfrm>
            <a:off x="7308859" y="6352285"/>
            <a:ext cx="4883141" cy="671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슬슬작가 일러스트</a:t>
            </a:r>
            <a:endParaRPr lang="ko-KR" altLang="en-US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2962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1E3D2-8650-024C-11F4-31D8111D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E19A6A3-AD1C-733C-BE89-900BE6E29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57" y="2906485"/>
            <a:ext cx="7707086" cy="1045029"/>
          </a:xfrm>
        </p:spPr>
        <p:txBody>
          <a:bodyPr/>
          <a:lstStyle/>
          <a:p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3. 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비전</a:t>
            </a:r>
          </a:p>
        </p:txBody>
      </p:sp>
    </p:spTree>
    <p:extLst>
      <p:ext uri="{BB962C8B-B14F-4D97-AF65-F5344CB8AC3E}">
        <p14:creationId xmlns:p14="http://schemas.microsoft.com/office/powerpoint/2010/main" val="165379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3244-7DFF-4766-A9CD-80DD32F24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0CCAE60-0B2A-6D32-C085-B7C015F9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145897"/>
            <a:ext cx="10532533" cy="2387600"/>
          </a:xfrm>
        </p:spPr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ko-KR" altLang="en-US" dirty="0" err="1"/>
              <a:t>군찬</a:t>
            </a:r>
            <a:r>
              <a:rPr lang="en-US" altLang="ko-KR" dirty="0"/>
              <a:t>, </a:t>
            </a:r>
            <a:r>
              <a:rPr lang="ko-KR" altLang="en-US" dirty="0"/>
              <a:t>시정</a:t>
            </a:r>
            <a:r>
              <a:rPr lang="en-US" altLang="ko-KR" dirty="0"/>
              <a:t>, </a:t>
            </a:r>
            <a:r>
              <a:rPr lang="ko-KR" altLang="en-US" dirty="0"/>
              <a:t>준혁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시원</a:t>
            </a:r>
            <a:r>
              <a:rPr lang="en-US" altLang="ko-KR" dirty="0"/>
              <a:t>, </a:t>
            </a:r>
            <a:r>
              <a:rPr lang="ko-KR" altLang="en-US" dirty="0"/>
              <a:t>정균</a:t>
            </a:r>
            <a:r>
              <a:rPr lang="en-US" altLang="ko-KR" dirty="0"/>
              <a:t>, </a:t>
            </a:r>
            <a:r>
              <a:rPr lang="ko-KR" altLang="en-US" dirty="0"/>
              <a:t>유정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민서</a:t>
            </a:r>
            <a:r>
              <a:rPr lang="en-US" altLang="ko-KR" dirty="0"/>
              <a:t>, </a:t>
            </a:r>
            <a:r>
              <a:rPr lang="ko-KR" altLang="en-US" dirty="0"/>
              <a:t>제혁</a:t>
            </a:r>
            <a:r>
              <a:rPr lang="en-US" altLang="ko-KR" dirty="0"/>
              <a:t> </a:t>
            </a:r>
            <a:r>
              <a:rPr lang="ko-KR" altLang="en-US" dirty="0"/>
              <a:t>우리 </a:t>
            </a:r>
            <a:r>
              <a:rPr lang="en-US" altLang="ko-KR" dirty="0"/>
              <a:t>8</a:t>
            </a:r>
            <a:r>
              <a:rPr lang="ko-KR" altLang="en-US" dirty="0"/>
              <a:t>명이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24</a:t>
            </a:r>
            <a:r>
              <a:rPr lang="ko-KR" altLang="en-US" dirty="0"/>
              <a:t>일 월요일까지 </a:t>
            </a:r>
            <a:br>
              <a:rPr lang="en-US" altLang="ko-KR" dirty="0"/>
            </a:br>
            <a:r>
              <a:rPr lang="ko-KR" altLang="en-US" dirty="0"/>
              <a:t>만들어낼 결과물 쏟아내기</a:t>
            </a:r>
          </a:p>
        </p:txBody>
      </p:sp>
    </p:spTree>
    <p:extLst>
      <p:ext uri="{BB962C8B-B14F-4D97-AF65-F5344CB8AC3E}">
        <p14:creationId xmlns:p14="http://schemas.microsoft.com/office/powerpoint/2010/main" val="1206194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E9315-301B-3E7A-18FF-C67D2058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3DD9E60-D639-5535-2FDA-D9609D29EA78}"/>
              </a:ext>
            </a:extLst>
          </p:cNvPr>
          <p:cNvSpPr txBox="1">
            <a:spLocks/>
          </p:cNvSpPr>
          <p:nvPr/>
        </p:nvSpPr>
        <p:spPr>
          <a:xfrm>
            <a:off x="1626670" y="3286825"/>
            <a:ext cx="9631217" cy="1195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5900" dirty="0" err="1">
                <a:solidFill>
                  <a:srgbClr val="1D652B"/>
                </a:solidFill>
                <a:ea typeface="에스코어 드림 8 Heavy" panose="020B0903030302020204" pitchFamily="34" charset="-127"/>
              </a:rPr>
              <a:t>CarePill</a:t>
            </a:r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과 함께</a:t>
            </a:r>
            <a:r>
              <a:rPr lang="en-US" altLang="ko-KR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</a:p>
          <a:p>
            <a:pPr algn="l"/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시각장애인의 </a:t>
            </a:r>
            <a:r>
              <a:rPr lang="ko-KR" altLang="en-US" sz="5900" dirty="0">
                <a:solidFill>
                  <a:srgbClr val="1D652B"/>
                </a:solidFill>
                <a:ea typeface="에스코어 드림 8 Heavy" panose="020B0903030302020204" pitchFamily="34" charset="-127"/>
              </a:rPr>
              <a:t>자립</a:t>
            </a:r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은</a:t>
            </a:r>
            <a:endParaRPr lang="en-US" altLang="ko-KR" sz="5900" dirty="0">
              <a:solidFill>
                <a:srgbClr val="BEBEB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pPr algn="l"/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가능성이 아니라 </a:t>
            </a:r>
            <a:r>
              <a:rPr lang="ko-KR" altLang="en-US" sz="5900" dirty="0">
                <a:solidFill>
                  <a:srgbClr val="1D652B"/>
                </a:solidFill>
                <a:ea typeface="에스코어 드림 8 Heavy" panose="020B0903030302020204" pitchFamily="34" charset="-127"/>
              </a:rPr>
              <a:t>실현</a:t>
            </a:r>
            <a:r>
              <a:rPr lang="ko-KR" altLang="en-US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입니다</a:t>
            </a:r>
            <a:r>
              <a:rPr lang="en-US" altLang="ko-KR" sz="5900" dirty="0">
                <a:solidFill>
                  <a:srgbClr val="BEBEB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</a:t>
            </a:r>
            <a:endParaRPr lang="ko-KR" altLang="en-US" sz="5900" dirty="0">
              <a:solidFill>
                <a:srgbClr val="BEBEB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71DE914-D1CA-CAC5-2926-65595E27ACE6}"/>
              </a:ext>
            </a:extLst>
          </p:cNvPr>
          <p:cNvSpPr txBox="1">
            <a:spLocks/>
          </p:cNvSpPr>
          <p:nvPr/>
        </p:nvSpPr>
        <p:spPr>
          <a:xfrm>
            <a:off x="3846286" y="5812971"/>
            <a:ext cx="8345714" cy="10450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5000" dirty="0">
                <a:solidFill>
                  <a:srgbClr val="1D652B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감사합니다</a:t>
            </a:r>
            <a:r>
              <a:rPr lang="en-US" altLang="ko-KR" sz="5000" dirty="0">
                <a:solidFill>
                  <a:srgbClr val="1D652B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.</a:t>
            </a:r>
            <a:endParaRPr lang="ko-KR" altLang="en-US" sz="5000" dirty="0">
              <a:solidFill>
                <a:srgbClr val="1D652B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07731A8E-9B2D-9203-B44E-10028F7A2F18}"/>
              </a:ext>
            </a:extLst>
          </p:cNvPr>
          <p:cNvSpPr txBox="1">
            <a:spLocks/>
          </p:cNvSpPr>
          <p:nvPr/>
        </p:nvSpPr>
        <p:spPr>
          <a:xfrm>
            <a:off x="0" y="123841"/>
            <a:ext cx="3253340" cy="671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>
                <a:solidFill>
                  <a:srgbClr val="1D652B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2025 </a:t>
            </a:r>
            <a:r>
              <a:rPr lang="ko-KR" altLang="en-US" sz="2000" dirty="0">
                <a:solidFill>
                  <a:srgbClr val="1D652B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공학페스티벌</a:t>
            </a:r>
          </a:p>
        </p:txBody>
      </p:sp>
    </p:spTree>
    <p:extLst>
      <p:ext uri="{BB962C8B-B14F-4D97-AF65-F5344CB8AC3E}">
        <p14:creationId xmlns:p14="http://schemas.microsoft.com/office/powerpoint/2010/main" val="90264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3F525-C013-A934-3ED3-81726F21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D5F56-2DA0-B04E-728B-5C2320268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57" y="2906485"/>
            <a:ext cx="7707086" cy="1045029"/>
          </a:xfrm>
        </p:spPr>
        <p:txBody>
          <a:bodyPr/>
          <a:lstStyle/>
          <a:p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766243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4F470B-64F1-491E-32B9-4DB72D3D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B62DF-2E7E-F43A-E0ED-0D49B7053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072" y="3816173"/>
            <a:ext cx="10160682" cy="238760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기획서 </a:t>
            </a:r>
            <a:r>
              <a:rPr lang="ko-KR" altLang="en-US" dirty="0" err="1">
                <a:latin typeface="+mn-ea"/>
                <a:ea typeface="+mn-ea"/>
              </a:rPr>
              <a:t>어떤지</a:t>
            </a:r>
            <a:r>
              <a:rPr lang="en-US" altLang="ko-KR" dirty="0">
                <a:latin typeface="+mn-ea"/>
                <a:ea typeface="+mn-ea"/>
              </a:rPr>
              <a:t>?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2. </a:t>
            </a:r>
            <a:r>
              <a:rPr lang="ko-KR" altLang="en-US" dirty="0">
                <a:latin typeface="+mn-ea"/>
                <a:ea typeface="+mn-ea"/>
              </a:rPr>
              <a:t>시스템 설계 </a:t>
            </a:r>
            <a:r>
              <a:rPr lang="ko-KR" altLang="en-US" dirty="0" err="1">
                <a:latin typeface="+mn-ea"/>
                <a:ea typeface="+mn-ea"/>
              </a:rPr>
              <a:t>어떤지</a:t>
            </a:r>
            <a:r>
              <a:rPr lang="en-US" altLang="ko-KR" dirty="0">
                <a:latin typeface="+mn-ea"/>
                <a:ea typeface="+mn-ea"/>
              </a:rPr>
              <a:t>?</a:t>
            </a:r>
            <a:br>
              <a:rPr lang="en-US" altLang="ko-KR" dirty="0">
                <a:latin typeface="+mn-ea"/>
                <a:ea typeface="+mn-ea"/>
              </a:rPr>
            </a:br>
            <a:br>
              <a:rPr lang="en-US" altLang="ko-KR" dirty="0">
                <a:latin typeface="+mn-ea"/>
                <a:ea typeface="+mn-ea"/>
              </a:rPr>
            </a:br>
            <a:br>
              <a:rPr lang="en-US" altLang="ko-KR" dirty="0">
                <a:latin typeface="+mn-ea"/>
                <a:ea typeface="+mn-ea"/>
              </a:rPr>
            </a:br>
            <a:r>
              <a:rPr lang="ko-KR" altLang="en-US" b="1" dirty="0">
                <a:solidFill>
                  <a:srgbClr val="1D652B"/>
                </a:solidFill>
                <a:latin typeface="+mn-ea"/>
                <a:ea typeface="+mn-ea"/>
              </a:rPr>
              <a:t>여러분의 의견을 </a:t>
            </a:r>
            <a:r>
              <a:rPr lang="ko-KR" altLang="en-US" b="1" dirty="0" err="1">
                <a:solidFill>
                  <a:srgbClr val="1D652B"/>
                </a:solidFill>
                <a:latin typeface="+mn-ea"/>
                <a:ea typeface="+mn-ea"/>
              </a:rPr>
              <a:t>나눠주세욤</a:t>
            </a:r>
            <a:r>
              <a:rPr lang="en-US" altLang="ko-KR" b="1" dirty="0">
                <a:solidFill>
                  <a:srgbClr val="1D652B"/>
                </a:solidFill>
                <a:latin typeface="+mn-ea"/>
                <a:ea typeface="+mn-ea"/>
              </a:rPr>
              <a:t>~~</a:t>
            </a:r>
            <a:endParaRPr lang="ko-KR" altLang="en-US" b="1" dirty="0">
              <a:solidFill>
                <a:srgbClr val="1D652B"/>
              </a:solidFill>
              <a:latin typeface="+mn-ea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52A09EA-DEC3-1BD6-B867-003810698D2A}"/>
              </a:ext>
            </a:extLst>
          </p:cNvPr>
          <p:cNvSpPr txBox="1">
            <a:spLocks/>
          </p:cNvSpPr>
          <p:nvPr/>
        </p:nvSpPr>
        <p:spPr>
          <a:xfrm>
            <a:off x="1322723" y="301566"/>
            <a:ext cx="9546553" cy="10450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20251013 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오늘 개발에만 쏟아도 너무나 </a:t>
            </a:r>
            <a:endParaRPr lang="en-US" altLang="ko-KR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endParaRPr lang="en-US" altLang="ko-KR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  <a:p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소중한 이 시간에</a:t>
            </a:r>
            <a:r>
              <a:rPr lang="en-US" altLang="ko-KR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 결정하면 </a:t>
            </a:r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되는거</a:t>
            </a:r>
            <a:endParaRPr lang="ko-KR" altLang="en-US" dirty="0"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743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공학페스티벌">
      <a:majorFont>
        <a:latin typeface="에스코어 드림 9 Black"/>
        <a:ea typeface="에스코어 드림 8 Heavy"/>
        <a:cs typeface=""/>
      </a:majorFont>
      <a:minorFont>
        <a:latin typeface="에스코어 드림 5 Medium"/>
        <a:ea typeface="에스코어 드림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300</Words>
  <Application>Microsoft Office PowerPoint</Application>
  <PresentationFormat>와이드스크린</PresentationFormat>
  <Paragraphs>53</Paragraphs>
  <Slides>19</Slides>
  <Notes>2</Notes>
  <HiddenSlides>1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맑은 고딕</vt:lpstr>
      <vt:lpstr>에스코어 드림 4 Regular</vt:lpstr>
      <vt:lpstr>에스코어 드림 5 Medium</vt:lpstr>
      <vt:lpstr>에스코어 드림 8 Heavy</vt:lpstr>
      <vt:lpstr>에스코어 드림 9 Black</vt:lpstr>
      <vt:lpstr>Arial</vt:lpstr>
      <vt:lpstr>Office 테마</vt:lpstr>
      <vt:lpstr>CarePill 서비스 컨셉 및 퍼소나 후보</vt:lpstr>
      <vt:lpstr>1. 서비스 설명</vt:lpstr>
      <vt:lpstr>배경설명</vt:lpstr>
      <vt:lpstr>시각장애인이 겪는  불편함에는 무엇이? 어떤게? 있을까요?</vt:lpstr>
      <vt:lpstr>그래서 우리는 주목했습니다.</vt:lpstr>
      <vt:lpstr> 세상 모든 것의 기본 HW 당신이 불편함을 짚어드릴 AI 거기에, 당신의 걸음을 멈추게 하는 디자인까지 </vt:lpstr>
      <vt:lpstr>HW 타임</vt:lpstr>
      <vt:lpstr>SW 타임</vt:lpstr>
      <vt:lpstr>디자인 타임</vt:lpstr>
      <vt:lpstr>우리끼리, 안에서 치열하게 경합을 벌이면서 출시해낸 최고의 작품: CarePill</vt:lpstr>
      <vt:lpstr>2. 퍼소나 후보</vt:lpstr>
      <vt:lpstr>후보 - 1</vt:lpstr>
      <vt:lpstr>후보 - 1</vt:lpstr>
      <vt:lpstr>PowerPoint 프레젠테이션</vt:lpstr>
      <vt:lpstr>3. 비전</vt:lpstr>
      <vt:lpstr> 군찬, 시정, 준혁,  시원, 정균, 유정, 민서, 제혁 우리 8명이   2025년 11월 24일 월요일까지  만들어낼 결과물 쏟아내기</vt:lpstr>
      <vt:lpstr>PowerPoint 프레젠테이션</vt:lpstr>
      <vt:lpstr>끝</vt:lpstr>
      <vt:lpstr>1. 기획서 어떤지? 2. 시스템 설계 어떤지?   여러분의 의견을 나눠주세욤~~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유정 임</dc:creator>
  <cp:lastModifiedBy>유정 임</cp:lastModifiedBy>
  <cp:revision>19</cp:revision>
  <dcterms:created xsi:type="dcterms:W3CDTF">2025-10-12T13:04:18Z</dcterms:created>
  <dcterms:modified xsi:type="dcterms:W3CDTF">2025-10-13T14:02:50Z</dcterms:modified>
</cp:coreProperties>
</file>